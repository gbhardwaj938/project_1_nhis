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BA3FB-A59F-48EE-A14B-00FBE5F063C1}" v="15" dt="2026-01-20T07:51:58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bhardwaj" userId="76bbf897e60e36c1" providerId="LiveId" clId="{5F4975F5-0DAB-4C2A-ACAC-CA0D10D3F07D}"/>
    <pc:docChg chg="undo custSel addSld delSld modSld">
      <pc:chgData name="aditya bhardwaj" userId="76bbf897e60e36c1" providerId="LiveId" clId="{5F4975F5-0DAB-4C2A-ACAC-CA0D10D3F07D}" dt="2026-01-20T07:52:10.601" v="265" actId="14100"/>
      <pc:docMkLst>
        <pc:docMk/>
      </pc:docMkLst>
      <pc:sldChg chg="addSp delSp modSp mod">
        <pc:chgData name="aditya bhardwaj" userId="76bbf897e60e36c1" providerId="LiveId" clId="{5F4975F5-0DAB-4C2A-ACAC-CA0D10D3F07D}" dt="2026-01-20T07:43:15.087" v="189" actId="20577"/>
        <pc:sldMkLst>
          <pc:docMk/>
          <pc:sldMk cId="400645359" sldId="256"/>
        </pc:sldMkLst>
        <pc:spChg chg="mod">
          <ac:chgData name="aditya bhardwaj" userId="76bbf897e60e36c1" providerId="LiveId" clId="{5F4975F5-0DAB-4C2A-ACAC-CA0D10D3F07D}" dt="2026-01-20T07:39:38.425" v="56" actId="1076"/>
          <ac:spMkLst>
            <pc:docMk/>
            <pc:sldMk cId="400645359" sldId="256"/>
            <ac:spMk id="2" creationId="{A720520A-8C78-11FD-C25B-F0D894FC888E}"/>
          </ac:spMkLst>
        </pc:spChg>
        <pc:spChg chg="del mod">
          <ac:chgData name="aditya bhardwaj" userId="76bbf897e60e36c1" providerId="LiveId" clId="{5F4975F5-0DAB-4C2A-ACAC-CA0D10D3F07D}" dt="2026-01-20T07:37:40.495" v="20" actId="478"/>
          <ac:spMkLst>
            <pc:docMk/>
            <pc:sldMk cId="400645359" sldId="256"/>
            <ac:spMk id="3" creationId="{2976124F-8436-C622-6A53-5491C26591D6}"/>
          </ac:spMkLst>
        </pc:spChg>
        <pc:spChg chg="add mod">
          <ac:chgData name="aditya bhardwaj" userId="76bbf897e60e36c1" providerId="LiveId" clId="{5F4975F5-0DAB-4C2A-ACAC-CA0D10D3F07D}" dt="2026-01-20T07:43:15.087" v="189" actId="20577"/>
          <ac:spMkLst>
            <pc:docMk/>
            <pc:sldMk cId="400645359" sldId="256"/>
            <ac:spMk id="5" creationId="{83E98B87-0271-D5F8-41C0-FCD8AA417A30}"/>
          </ac:spMkLst>
        </pc:spChg>
        <pc:spChg chg="add del mod">
          <ac:chgData name="aditya bhardwaj" userId="76bbf897e60e36c1" providerId="LiveId" clId="{5F4975F5-0DAB-4C2A-ACAC-CA0D10D3F07D}" dt="2026-01-20T07:40:11.060" v="61" actId="478"/>
          <ac:spMkLst>
            <pc:docMk/>
            <pc:sldMk cId="400645359" sldId="256"/>
            <ac:spMk id="6" creationId="{EAE36457-113E-B76F-05D7-8BD98BC97735}"/>
          </ac:spMkLst>
        </pc:spChg>
        <pc:spChg chg="add del">
          <ac:chgData name="aditya bhardwaj" userId="76bbf897e60e36c1" providerId="LiveId" clId="{5F4975F5-0DAB-4C2A-ACAC-CA0D10D3F07D}" dt="2026-01-20T07:40:19.133" v="63" actId="11529"/>
          <ac:spMkLst>
            <pc:docMk/>
            <pc:sldMk cId="400645359" sldId="256"/>
            <ac:spMk id="7" creationId="{31BC5881-700F-D17F-2588-7290E9193830}"/>
          </ac:spMkLst>
        </pc:spChg>
      </pc:sldChg>
      <pc:sldChg chg="addSp delSp modSp new mod">
        <pc:chgData name="aditya bhardwaj" userId="76bbf897e60e36c1" providerId="LiveId" clId="{5F4975F5-0DAB-4C2A-ACAC-CA0D10D3F07D}" dt="2026-01-20T07:51:06.879" v="255" actId="20577"/>
        <pc:sldMkLst>
          <pc:docMk/>
          <pc:sldMk cId="3172090143" sldId="257"/>
        </pc:sldMkLst>
        <pc:spChg chg="del">
          <ac:chgData name="aditya bhardwaj" userId="76bbf897e60e36c1" providerId="LiveId" clId="{5F4975F5-0DAB-4C2A-ACAC-CA0D10D3F07D}" dt="2026-01-20T07:34:27.641" v="3" actId="478"/>
          <ac:spMkLst>
            <pc:docMk/>
            <pc:sldMk cId="3172090143" sldId="257"/>
            <ac:spMk id="2" creationId="{C4CBA644-DC56-A18A-277E-AEA81C7B1D04}"/>
          </ac:spMkLst>
        </pc:spChg>
        <pc:spChg chg="del">
          <ac:chgData name="aditya bhardwaj" userId="76bbf897e60e36c1" providerId="LiveId" clId="{5F4975F5-0DAB-4C2A-ACAC-CA0D10D3F07D}" dt="2026-01-20T07:34:33.876" v="4" actId="478"/>
          <ac:spMkLst>
            <pc:docMk/>
            <pc:sldMk cId="3172090143" sldId="257"/>
            <ac:spMk id="3" creationId="{5E703F37-E5B4-B245-29E7-239871BDE7B3}"/>
          </ac:spMkLst>
        </pc:spChg>
        <pc:spChg chg="add mod">
          <ac:chgData name="aditya bhardwaj" userId="76bbf897e60e36c1" providerId="LiveId" clId="{5F4975F5-0DAB-4C2A-ACAC-CA0D10D3F07D}" dt="2026-01-20T07:51:06.879" v="255" actId="20577"/>
          <ac:spMkLst>
            <pc:docMk/>
            <pc:sldMk cId="3172090143" sldId="257"/>
            <ac:spMk id="5" creationId="{D9838137-4152-8BAB-A4B4-B55F2ACA8F29}"/>
          </ac:spMkLst>
        </pc:spChg>
      </pc:sldChg>
      <pc:sldChg chg="addSp delSp modSp new mod">
        <pc:chgData name="aditya bhardwaj" userId="76bbf897e60e36c1" providerId="LiveId" clId="{5F4975F5-0DAB-4C2A-ACAC-CA0D10D3F07D}" dt="2026-01-20T07:51:13.691" v="257" actId="20577"/>
        <pc:sldMkLst>
          <pc:docMk/>
          <pc:sldMk cId="1449955706" sldId="258"/>
        </pc:sldMkLst>
        <pc:spChg chg="del">
          <ac:chgData name="aditya bhardwaj" userId="76bbf897e60e36c1" providerId="LiveId" clId="{5F4975F5-0DAB-4C2A-ACAC-CA0D10D3F07D}" dt="2026-01-20T07:34:58.726" v="7" actId="478"/>
          <ac:spMkLst>
            <pc:docMk/>
            <pc:sldMk cId="1449955706" sldId="258"/>
            <ac:spMk id="2" creationId="{CB017913-429A-9754-A398-EF004B7399CF}"/>
          </ac:spMkLst>
        </pc:spChg>
        <pc:spChg chg="del">
          <ac:chgData name="aditya bhardwaj" userId="76bbf897e60e36c1" providerId="LiveId" clId="{5F4975F5-0DAB-4C2A-ACAC-CA0D10D3F07D}" dt="2026-01-20T07:34:58.726" v="7" actId="478"/>
          <ac:spMkLst>
            <pc:docMk/>
            <pc:sldMk cId="1449955706" sldId="258"/>
            <ac:spMk id="3" creationId="{56059B64-F518-A368-B448-35FABBBD8C7D}"/>
          </ac:spMkLst>
        </pc:spChg>
        <pc:spChg chg="add mod">
          <ac:chgData name="aditya bhardwaj" userId="76bbf897e60e36c1" providerId="LiveId" clId="{5F4975F5-0DAB-4C2A-ACAC-CA0D10D3F07D}" dt="2026-01-20T07:51:13.691" v="257" actId="20577"/>
          <ac:spMkLst>
            <pc:docMk/>
            <pc:sldMk cId="1449955706" sldId="258"/>
            <ac:spMk id="5" creationId="{8D8AFD50-4580-A23C-26E8-9A76963EFFE5}"/>
          </ac:spMkLst>
        </pc:spChg>
      </pc:sldChg>
      <pc:sldChg chg="addSp delSp modSp new del mod">
        <pc:chgData name="aditya bhardwaj" userId="76bbf897e60e36c1" providerId="LiveId" clId="{5F4975F5-0DAB-4C2A-ACAC-CA0D10D3F07D}" dt="2026-01-20T07:37:15.443" v="16" actId="2696"/>
        <pc:sldMkLst>
          <pc:docMk/>
          <pc:sldMk cId="686334551" sldId="259"/>
        </pc:sldMkLst>
        <pc:spChg chg="del">
          <ac:chgData name="aditya bhardwaj" userId="76bbf897e60e36c1" providerId="LiveId" clId="{5F4975F5-0DAB-4C2A-ACAC-CA0D10D3F07D}" dt="2026-01-20T07:35:28.533" v="12" actId="478"/>
          <ac:spMkLst>
            <pc:docMk/>
            <pc:sldMk cId="686334551" sldId="259"/>
            <ac:spMk id="2" creationId="{A519CA42-658E-9AA0-5217-5B46A395C365}"/>
          </ac:spMkLst>
        </pc:spChg>
        <pc:spChg chg="del">
          <ac:chgData name="aditya bhardwaj" userId="76bbf897e60e36c1" providerId="LiveId" clId="{5F4975F5-0DAB-4C2A-ACAC-CA0D10D3F07D}" dt="2026-01-20T07:35:28.533" v="12" actId="478"/>
          <ac:spMkLst>
            <pc:docMk/>
            <pc:sldMk cId="686334551" sldId="259"/>
            <ac:spMk id="3" creationId="{450BAE6D-C349-B3CA-BAD2-E4DA63FC4B33}"/>
          </ac:spMkLst>
        </pc:spChg>
        <pc:spChg chg="add mod">
          <ac:chgData name="aditya bhardwaj" userId="76bbf897e60e36c1" providerId="LiveId" clId="{5F4975F5-0DAB-4C2A-ACAC-CA0D10D3F07D}" dt="2026-01-20T07:37:08.293" v="15"/>
          <ac:spMkLst>
            <pc:docMk/>
            <pc:sldMk cId="686334551" sldId="259"/>
            <ac:spMk id="4" creationId="{EED195CD-1077-98F7-24CD-CC79A79FE75A}"/>
          </ac:spMkLst>
        </pc:spChg>
      </pc:sldChg>
      <pc:sldChg chg="addSp delSp modSp new mod">
        <pc:chgData name="aditya bhardwaj" userId="76bbf897e60e36c1" providerId="LiveId" clId="{5F4975F5-0DAB-4C2A-ACAC-CA0D10D3F07D}" dt="2026-01-20T07:50:54.632" v="254" actId="5793"/>
        <pc:sldMkLst>
          <pc:docMk/>
          <pc:sldMk cId="4169267048" sldId="259"/>
        </pc:sldMkLst>
        <pc:spChg chg="del">
          <ac:chgData name="aditya bhardwaj" userId="76bbf897e60e36c1" providerId="LiveId" clId="{5F4975F5-0DAB-4C2A-ACAC-CA0D10D3F07D}" dt="2026-01-20T07:49:59.538" v="218" actId="478"/>
          <ac:spMkLst>
            <pc:docMk/>
            <pc:sldMk cId="4169267048" sldId="259"/>
            <ac:spMk id="2" creationId="{8763D55F-C849-8B45-C423-39940DFFB2DC}"/>
          </ac:spMkLst>
        </pc:spChg>
        <pc:spChg chg="del">
          <ac:chgData name="aditya bhardwaj" userId="76bbf897e60e36c1" providerId="LiveId" clId="{5F4975F5-0DAB-4C2A-ACAC-CA0D10D3F07D}" dt="2026-01-20T07:49:58.063" v="217" actId="478"/>
          <ac:spMkLst>
            <pc:docMk/>
            <pc:sldMk cId="4169267048" sldId="259"/>
            <ac:spMk id="3" creationId="{0EAE9B6C-A256-E0E0-C1E1-597A5D4E1275}"/>
          </ac:spMkLst>
        </pc:spChg>
        <pc:spChg chg="add del mod">
          <ac:chgData name="aditya bhardwaj" userId="76bbf897e60e36c1" providerId="LiveId" clId="{5F4975F5-0DAB-4C2A-ACAC-CA0D10D3F07D}" dt="2026-01-20T07:50:54.632" v="254" actId="5793"/>
          <ac:spMkLst>
            <pc:docMk/>
            <pc:sldMk cId="4169267048" sldId="259"/>
            <ac:spMk id="4" creationId="{82089908-685E-1ED6-14F7-18FAB561EBF5}"/>
          </ac:spMkLst>
        </pc:spChg>
      </pc:sldChg>
      <pc:sldChg chg="addSp delSp modSp new mod">
        <pc:chgData name="aditya bhardwaj" userId="76bbf897e60e36c1" providerId="LiveId" clId="{5F4975F5-0DAB-4C2A-ACAC-CA0D10D3F07D}" dt="2026-01-20T07:43:57.084" v="195" actId="478"/>
        <pc:sldMkLst>
          <pc:docMk/>
          <pc:sldMk cId="805655338" sldId="260"/>
        </pc:sldMkLst>
        <pc:spChg chg="del">
          <ac:chgData name="aditya bhardwaj" userId="76bbf897e60e36c1" providerId="LiveId" clId="{5F4975F5-0DAB-4C2A-ACAC-CA0D10D3F07D}" dt="2026-01-20T07:43:57.084" v="195" actId="478"/>
          <ac:spMkLst>
            <pc:docMk/>
            <pc:sldMk cId="805655338" sldId="260"/>
            <ac:spMk id="2" creationId="{78883180-3E0D-0F4F-413D-748AEF516639}"/>
          </ac:spMkLst>
        </pc:spChg>
        <pc:spChg chg="del">
          <ac:chgData name="aditya bhardwaj" userId="76bbf897e60e36c1" providerId="LiveId" clId="{5F4975F5-0DAB-4C2A-ACAC-CA0D10D3F07D}" dt="2026-01-20T07:43:37.410" v="191" actId="931"/>
          <ac:spMkLst>
            <pc:docMk/>
            <pc:sldMk cId="805655338" sldId="260"/>
            <ac:spMk id="3" creationId="{22B09131-523E-7EC3-36C0-C378BCFF9D67}"/>
          </ac:spMkLst>
        </pc:spChg>
        <pc:picChg chg="add mod">
          <ac:chgData name="aditya bhardwaj" userId="76bbf897e60e36c1" providerId="LiveId" clId="{5F4975F5-0DAB-4C2A-ACAC-CA0D10D3F07D}" dt="2026-01-20T07:43:46.486" v="194" actId="1076"/>
          <ac:picMkLst>
            <pc:docMk/>
            <pc:sldMk cId="805655338" sldId="260"/>
            <ac:picMk id="5" creationId="{BCB51ECC-8D53-2C34-FC6E-7D10F57F3439}"/>
          </ac:picMkLst>
        </pc:picChg>
      </pc:sldChg>
      <pc:sldChg chg="addSp delSp modSp new mod">
        <pc:chgData name="aditya bhardwaj" userId="76bbf897e60e36c1" providerId="LiveId" clId="{5F4975F5-0DAB-4C2A-ACAC-CA0D10D3F07D}" dt="2026-01-20T07:51:33.620" v="259" actId="14100"/>
        <pc:sldMkLst>
          <pc:docMk/>
          <pc:sldMk cId="3571368549" sldId="261"/>
        </pc:sldMkLst>
        <pc:spChg chg="del">
          <ac:chgData name="aditya bhardwaj" userId="76bbf897e60e36c1" providerId="LiveId" clId="{5F4975F5-0DAB-4C2A-ACAC-CA0D10D3F07D}" dt="2026-01-20T07:44:18.792" v="197" actId="931"/>
          <ac:spMkLst>
            <pc:docMk/>
            <pc:sldMk cId="3571368549" sldId="261"/>
            <ac:spMk id="3" creationId="{D3537C9A-2342-2190-170A-1F7A51DF5FDA}"/>
          </ac:spMkLst>
        </pc:spChg>
        <pc:spChg chg="add del mod">
          <ac:chgData name="aditya bhardwaj" userId="76bbf897e60e36c1" providerId="LiveId" clId="{5F4975F5-0DAB-4C2A-ACAC-CA0D10D3F07D}" dt="2026-01-20T07:47:52.101" v="203" actId="931"/>
          <ac:spMkLst>
            <pc:docMk/>
            <pc:sldMk cId="3571368549" sldId="261"/>
            <ac:spMk id="7" creationId="{8FC98DC7-946E-5EF7-C947-0F09CC41A111}"/>
          </ac:spMkLst>
        </pc:spChg>
        <pc:picChg chg="add del mod">
          <ac:chgData name="aditya bhardwaj" userId="76bbf897e60e36c1" providerId="LiveId" clId="{5F4975F5-0DAB-4C2A-ACAC-CA0D10D3F07D}" dt="2026-01-20T07:44:30.638" v="202" actId="478"/>
          <ac:picMkLst>
            <pc:docMk/>
            <pc:sldMk cId="3571368549" sldId="261"/>
            <ac:picMk id="5" creationId="{8220E53F-332B-170F-AA6F-40522F0AC8BA}"/>
          </ac:picMkLst>
        </pc:picChg>
        <pc:picChg chg="add mod">
          <ac:chgData name="aditya bhardwaj" userId="76bbf897e60e36c1" providerId="LiveId" clId="{5F4975F5-0DAB-4C2A-ACAC-CA0D10D3F07D}" dt="2026-01-20T07:51:33.620" v="259" actId="14100"/>
          <ac:picMkLst>
            <pc:docMk/>
            <pc:sldMk cId="3571368549" sldId="261"/>
            <ac:picMk id="9" creationId="{6C196F18-7C85-CBC8-0755-0502AAE03104}"/>
          </ac:picMkLst>
        </pc:picChg>
      </pc:sldChg>
      <pc:sldChg chg="addSp delSp modSp new mod">
        <pc:chgData name="aditya bhardwaj" userId="76bbf897e60e36c1" providerId="LiveId" clId="{5F4975F5-0DAB-4C2A-ACAC-CA0D10D3F07D}" dt="2026-01-20T07:52:10.601" v="265" actId="14100"/>
        <pc:sldMkLst>
          <pc:docMk/>
          <pc:sldMk cId="4029515371" sldId="262"/>
        </pc:sldMkLst>
        <pc:spChg chg="del">
          <ac:chgData name="aditya bhardwaj" userId="76bbf897e60e36c1" providerId="LiveId" clId="{5F4975F5-0DAB-4C2A-ACAC-CA0D10D3F07D}" dt="2026-01-20T07:51:58.384" v="261" actId="931"/>
          <ac:spMkLst>
            <pc:docMk/>
            <pc:sldMk cId="4029515371" sldId="262"/>
            <ac:spMk id="3" creationId="{28FDC8F6-0922-E88A-BC1E-BC651966F744}"/>
          </ac:spMkLst>
        </pc:spChg>
        <pc:picChg chg="add mod">
          <ac:chgData name="aditya bhardwaj" userId="76bbf897e60e36c1" providerId="LiveId" clId="{5F4975F5-0DAB-4C2A-ACAC-CA0D10D3F07D}" dt="2026-01-20T07:52:10.601" v="265" actId="14100"/>
          <ac:picMkLst>
            <pc:docMk/>
            <pc:sldMk cId="4029515371" sldId="262"/>
            <ac:picMk id="5" creationId="{0675F0C9-9F29-C35F-2814-7E8264C9BD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B944-EB0B-10BC-48AC-243004BD2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A4AF5-5113-9344-69C7-3312E173B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2270E-E2A8-D012-BD41-6B90C1C6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5B23-8FD2-C140-B66F-A89B1649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B7CEE-E513-67AD-D430-030289D3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1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F947-9B75-FB37-616A-EC1539F1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4A23-7D4C-F988-3063-604888E1E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F5527-4955-268D-FFB6-221FDDE6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4044-1119-3578-97F5-7C8EF10E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E638D-DE24-5563-7B33-12B56B5A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7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BDB0-F94C-CE9E-D779-EA2A1187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0E96D-C2A2-AD92-62BF-E634905D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F212-6BC1-43E9-6FA9-BA6BCAC9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5DC1-8F6F-D2FD-8B4A-79C8F041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76D5B-9B16-E0BB-1F4D-EADFFE8A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A119-86E1-6D58-490D-13910703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7E30-4759-F230-297F-3E0A9F88B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FF646-847D-ABB9-3C94-AD517D0AA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F70C2-2284-3BA7-27FC-21C7E5EB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931A7-553D-5D2D-7900-6D66B8EF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CB2C2-3E91-7E8A-0C66-69028B2E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8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23E9-EA10-E75D-8415-07F2DE68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762C1-5571-BD63-74A1-264FE4826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842FA-9D8B-3846-1599-56BDF813E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1F1B1-A94B-5527-52EF-DFD5D3AF5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CE03E-1A8A-2B21-FC33-CD76B1F0F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49646-2181-963A-74A2-2734C18D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FADA3-14B0-7494-CFCF-93229420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B5AA3-D9CA-8662-891F-F2811BCF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1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FD70-F40B-3AA7-26BD-2C48DFA6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DE1C4-9E5B-098F-7248-E03C3B67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B3CB2-4114-C2AF-CC69-85FEEC72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6A91A-887A-F760-B2AB-3D244390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7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5EB98-4391-26B8-DF6E-3E961B11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4B9DB-EA28-E2E7-5998-038A6070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53A0B-8F8E-A2AC-3418-4386B1A1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3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CC23-489F-4B1A-3D1E-1956B217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A641-FD91-01C1-6EFC-D84ECA65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907B1-FE71-66E9-9174-CD9BA1A1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A1323-6DDB-1D7A-85E6-6564F03A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E198F-BB02-1665-D4CB-47C9E02B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1063F-3D2C-1B51-B6B0-4F4B1D5B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7A0A-C9F8-6261-DEEF-3EBE1688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255671-BECE-D200-DE55-67F77C36A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DD3AE-B2C3-60F7-6E0C-A76E4E9A7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AFA8E-FA03-2ACE-F370-5812DB92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481EE-6225-938A-9C45-EA03543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AFE49-D9F1-245D-632B-BCC12051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BF03-BDBD-93B2-EBA2-2EECC8E4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13AA7-350F-F5DE-CACB-FDDCFA12C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9269-83BB-3843-4655-A6740DDB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D8B4D-F22E-ED7A-0F9F-017C4FC2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2E936-7861-0020-5829-4FC3FCF2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9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DE309-0DFB-1C70-F2F0-5A08F1837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3E7E-1A94-A11C-BA7F-DFA6EC73E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E9132-463F-A040-E007-71D4B4E6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BF36A-CE66-D513-A92C-1D1E6C2C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C84A-BA30-08E9-FEFF-F6D9CA83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43DC7-B8F0-5DF0-6220-0E4D8799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81F49-D33A-8956-7516-83D72C1F3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17575-5AE8-7129-941F-A7806A967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864C1-286B-45BF-8682-50548B0D84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ACB1D-CE27-C5D2-9267-013A982C0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FB01-44A4-F23F-3F1E-88CEBF179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0F4CB-3261-4B0E-A338-9B4C4BDA4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520A-8C78-11FD-C25B-F0D894FC8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8918" y="944380"/>
            <a:ext cx="9144000" cy="1888761"/>
          </a:xfrm>
        </p:spPr>
        <p:txBody>
          <a:bodyPr/>
          <a:lstStyle/>
          <a:p>
            <a:r>
              <a:rPr lang="en-US" dirty="0"/>
              <a:t>Bike Sharing Excel Data</a:t>
            </a:r>
            <a:br>
              <a:rPr lang="en-US" dirty="0"/>
            </a:br>
            <a:r>
              <a:rPr lang="en-US" dirty="0"/>
              <a:t>weather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E98B87-0271-D5F8-41C0-FCD8AA417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69039"/>
            <a:ext cx="9144000" cy="1888761"/>
          </a:xfrm>
        </p:spPr>
        <p:txBody>
          <a:bodyPr/>
          <a:lstStyle/>
          <a:p>
            <a:endParaRPr lang="en-US" b="1" dirty="0"/>
          </a:p>
          <a:p>
            <a:r>
              <a:rPr lang="en-US" sz="3200" b="1" dirty="0"/>
              <a:t>Insights</a:t>
            </a:r>
            <a:r>
              <a:rPr lang="en-US" b="1" dirty="0"/>
              <a:t> ..  Master Data</a:t>
            </a:r>
          </a:p>
          <a:p>
            <a:r>
              <a:rPr lang="en-US" b="1" dirty="0"/>
              <a:t>                                                   Merge Data Clean Data 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51ECC-8D53-2C34-FC6E-7D10F57F3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16" y="365125"/>
            <a:ext cx="9471051" cy="6314034"/>
          </a:xfrm>
        </p:spPr>
      </p:pic>
    </p:spTree>
    <p:extLst>
      <p:ext uri="{BB962C8B-B14F-4D97-AF65-F5344CB8AC3E}">
        <p14:creationId xmlns:p14="http://schemas.microsoft.com/office/powerpoint/2010/main" val="80565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838137-4152-8BAB-A4B4-B55F2ACA8F29}"/>
              </a:ext>
            </a:extLst>
          </p:cNvPr>
          <p:cNvSpPr txBox="1"/>
          <p:nvPr/>
        </p:nvSpPr>
        <p:spPr>
          <a:xfrm>
            <a:off x="838200" y="1994091"/>
            <a:ext cx="83020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Duplicates &amp; 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Duplicates removed:</a:t>
            </a:r>
            <a:r>
              <a:rPr lang="en-US" dirty="0"/>
              <a:t> Check if the same rows exist in both files (e.g., same ID or key column).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Insight: Redundant records can inflate totals or skew averages. Removing duplicates gives accurate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Blank rows or columns removed:</a:t>
            </a:r>
            <a:r>
              <a:rPr lang="en-US" dirty="0"/>
              <a:t> Ensures only meaningful data is analyzed.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Insight: Any missing data might indicate incomplete records or data entry issues.</a:t>
            </a:r>
          </a:p>
        </p:txBody>
      </p:sp>
    </p:spTree>
    <p:extLst>
      <p:ext uri="{BB962C8B-B14F-4D97-AF65-F5344CB8AC3E}">
        <p14:creationId xmlns:p14="http://schemas.microsoft.com/office/powerpoint/2010/main" val="317209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8AFD50-4580-A23C-26E8-9A76963EFFE5}"/>
              </a:ext>
            </a:extLst>
          </p:cNvPr>
          <p:cNvSpPr txBox="1"/>
          <p:nvPr/>
        </p:nvSpPr>
        <p:spPr>
          <a:xfrm>
            <a:off x="1439056" y="1424067"/>
            <a:ext cx="812466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Metrics to Analyze</a:t>
            </a:r>
          </a:p>
          <a:p>
            <a:pPr>
              <a:buNone/>
            </a:pPr>
            <a:r>
              <a:rPr lang="en-US" dirty="0"/>
              <a:t>After merging the datasets: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rows:</a:t>
            </a:r>
            <a:r>
              <a:rPr lang="en-US" dirty="0"/>
              <a:t> Compare before and after cleaning to see how many duplicates or blank rows were removed.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Insight: High number of duplicates → data entry or reporting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Unique IDs / keys:</a:t>
            </a:r>
            <a:r>
              <a:rPr lang="en-US" dirty="0"/>
              <a:t> Count unique values in your key column (e.g., customer ID, product ID).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Insight: How many unique entities exist; can reveal coverage of your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Missing values:</a:t>
            </a:r>
            <a:r>
              <a:rPr lang="en-US" dirty="0"/>
              <a:t> Count nulls per column.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Insight: Columns with high nulls may need imputation or indicate incomplete tracking.</a:t>
            </a:r>
          </a:p>
        </p:txBody>
      </p:sp>
    </p:spTree>
    <p:extLst>
      <p:ext uri="{BB962C8B-B14F-4D97-AF65-F5344CB8AC3E}">
        <p14:creationId xmlns:p14="http://schemas.microsoft.com/office/powerpoint/2010/main" val="144995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2089908-685E-1ED6-14F7-18FAB561E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2440"/>
            <a:ext cx="95037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&amp; after cleaning (duplicates removed, blank rows removed)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Key summary metrics per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Suggested pivot table or chart ideas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16926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AC2C-848A-9F3F-ACDD-309A5AC2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196F18-7C85-CBC8-0755-0502AAE03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2" y="194873"/>
            <a:ext cx="11257613" cy="6475750"/>
          </a:xfrm>
        </p:spPr>
      </p:pic>
    </p:spTree>
    <p:extLst>
      <p:ext uri="{BB962C8B-B14F-4D97-AF65-F5344CB8AC3E}">
        <p14:creationId xmlns:p14="http://schemas.microsoft.com/office/powerpoint/2010/main" val="357136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9E79-DA0C-CD5D-2D81-4B2FC100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75F0C9-9F29-C35F-2814-7E8264C9B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428619"/>
          </a:xfrm>
        </p:spPr>
      </p:pic>
    </p:spTree>
    <p:extLst>
      <p:ext uri="{BB962C8B-B14F-4D97-AF65-F5344CB8AC3E}">
        <p14:creationId xmlns:p14="http://schemas.microsoft.com/office/powerpoint/2010/main" val="4029515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215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Bike Sharing Excel Data weather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bhardwaj</dc:creator>
  <cp:lastModifiedBy>aditya bhardwaj</cp:lastModifiedBy>
  <cp:revision>1</cp:revision>
  <dcterms:created xsi:type="dcterms:W3CDTF">2026-01-17T06:59:52Z</dcterms:created>
  <dcterms:modified xsi:type="dcterms:W3CDTF">2026-01-20T07:52:18Z</dcterms:modified>
</cp:coreProperties>
</file>